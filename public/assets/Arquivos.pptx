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81" y="2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0C2F3-D826-CAC9-28AC-2C9912FE2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96B7E-D67D-2956-0033-2AF243A1B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E44921-BD8E-779B-0AD8-A41D23ED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4310EE-E18C-6584-D4CD-A90AE7E5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91DD26-8A65-C505-BD8A-A3889EE6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261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458B3-B81C-E639-E377-EAD3FFFC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4A41EB-086C-18C4-CBEB-A67555A3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C0889-4D09-BEC3-89FD-AAA8568C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614DB-8717-8493-2D5B-2FC8E258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C3F364-CBF9-5778-37A0-A473A850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82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5BB14-1E6B-6FB4-ECF7-576B22585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DC4535-CDCB-089A-EAEB-77344F21F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43B0D2-6218-5998-7D1C-728CCA949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91C6E1-6ACF-2970-9F12-A6F184196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7A59B5-8CB8-98F2-6642-B5248B30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68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4C1A-5904-502B-C9D6-1677C436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C30D10-5927-49E9-5EEB-8FF763E21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71AB76-7DE7-D750-8691-F71E602FE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FE07F2-5278-ECF7-9949-19BEC252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6B9BC3-6807-5A95-90F8-BF7878F2F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6B91DD-E9DF-B5EA-5885-6A253A57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57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D38D3-A8F6-9815-DFF5-1D562B770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D3C01B-0E1B-6E93-9048-164DBEC54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4517AB-3ECD-3427-4A73-A520E0BE1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82A749-65E4-5344-CC8F-66F8F2EDC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135552-4E3A-2A89-F6A4-57F27F856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596B04-B5FB-973C-3B73-383D7D99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E87928-23EA-50F4-2CF6-7B35D9B4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E5D7B8-3646-E6C8-ECF6-90DCB14F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7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1EA8A-2E1D-3BFE-D48B-967DE395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C0FCBC-F60F-E0B7-5725-C74F0090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FA85DA-6705-D056-7185-51AE2B48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1148F1-5427-CF98-8F63-72CA2676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638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C567769-223B-A5A7-0641-4A1FF7D8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AC6951-D96D-C387-AA27-CB4CC3A6D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0EC85A-633C-BBD5-73AC-BB5FEC1A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46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4AAB0-F041-382B-011E-7F906A0E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FE2220-3BAF-0A14-51F9-2363E9FB9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1D49A-F27F-585D-B329-4935AFDAC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5FECBC-71BE-7542-4A0C-08F609F9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11DB91-7AFF-DD4B-9CB0-158418CF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210907-EFEC-B46C-78F9-5A07BBFE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17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072EA-0B72-95B4-1985-72600C91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0B5910-71D6-93A3-D03C-F828F5EEB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9546D1-C476-9E0F-E649-0C6131E87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AED046-4B8F-225D-E2E5-9FF83A57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54F36B-09C6-D3C7-0D10-C6DD8E2C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8F7890-2E38-1E8F-EA02-C858DC4B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62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2E9BD-D5E6-9D32-57A6-AA345751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70B406-C781-B9E8-5BEC-1D0D69D40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6DAD78-EDFD-96BC-E908-02BB152F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35CA1-A290-6F6B-3B27-60F4F1AF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C054EF-806A-B00F-F678-7D7D2F3F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69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2CCBC-4EA1-825C-89A2-2D65E3768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D5F30D-8D0F-FFD3-0123-84B3385E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581A9D-2E41-56E8-90A4-D1757220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0263F3-8F22-ED45-FDB6-602A82E1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781706-5C96-F908-EA3B-A0207895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6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0CCC720-58FC-9B94-6DD2-662B881E4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156118-CF10-282C-C9FC-0AB5646A2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85013-E0D2-6C8E-15CF-D41DF0CCF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B515F-B2FD-4D57-952C-789F05E09019}" type="datetimeFigureOut">
              <a:rPr lang="pt-BR" smtClean="0"/>
              <a:t>14/02/2026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7ADDB2-8372-E5D4-E269-83DF55EE8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39E3D6-98FC-41D1-3CA8-321BCD987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334EC-3FF7-4236-B65A-52BB455601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8338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3DFD7C4-4074-49F4-608E-E8A95B86C6D9}"/>
              </a:ext>
            </a:extLst>
          </p:cNvPr>
          <p:cNvGrpSpPr/>
          <p:nvPr/>
        </p:nvGrpSpPr>
        <p:grpSpPr>
          <a:xfrm>
            <a:off x="3252000" y="585000"/>
            <a:ext cx="5688000" cy="5688000"/>
            <a:chOff x="278894" y="757029"/>
            <a:chExt cx="5688000" cy="5688000"/>
          </a:xfrm>
        </p:grpSpPr>
        <p:sp>
          <p:nvSpPr>
            <p:cNvPr id="8" name="fundo">
              <a:extLst>
                <a:ext uri="{FF2B5EF4-FFF2-40B4-BE49-F238E27FC236}">
                  <a16:creationId xmlns:a16="http://schemas.microsoft.com/office/drawing/2014/main" id="{7B16CE56-4CD0-1A85-76C8-FB2B076C2CCA}"/>
                </a:ext>
              </a:extLst>
            </p:cNvPr>
            <p:cNvSpPr/>
            <p:nvPr/>
          </p:nvSpPr>
          <p:spPr>
            <a:xfrm>
              <a:off x="278894" y="757029"/>
              <a:ext cx="5688000" cy="5688000"/>
            </a:xfrm>
            <a:prstGeom prst="ellipse">
              <a:avLst/>
            </a:prstGeom>
            <a:solidFill>
              <a:srgbClr val="192841"/>
            </a:solidFill>
            <a:ln w="57150">
              <a:solidFill>
                <a:srgbClr val="19284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laranja">
              <a:extLst>
                <a:ext uri="{FF2B5EF4-FFF2-40B4-BE49-F238E27FC236}">
                  <a16:creationId xmlns:a16="http://schemas.microsoft.com/office/drawing/2014/main" id="{6EF87911-6B9F-DCFD-792E-69FF99D0B4E9}"/>
                </a:ext>
              </a:extLst>
            </p:cNvPr>
            <p:cNvSpPr/>
            <p:nvPr/>
          </p:nvSpPr>
          <p:spPr>
            <a:xfrm>
              <a:off x="422894" y="901029"/>
              <a:ext cx="5400000" cy="5400000"/>
            </a:xfrm>
            <a:prstGeom prst="ellipse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site">
              <a:extLst>
                <a:ext uri="{FF2B5EF4-FFF2-40B4-BE49-F238E27FC236}">
                  <a16:creationId xmlns:a16="http://schemas.microsoft.com/office/drawing/2014/main" id="{6F4878D8-D3E0-6F06-4256-F1131D2538D4}"/>
                </a:ext>
              </a:extLst>
            </p:cNvPr>
            <p:cNvSpPr txBox="1"/>
            <p:nvPr/>
          </p:nvSpPr>
          <p:spPr>
            <a:xfrm>
              <a:off x="422894" y="901029"/>
              <a:ext cx="5400000" cy="5400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prstTxWarp prst="textArchDown">
                <a:avLst>
                  <a:gd name="adj" fmla="val 21595938"/>
                </a:avLst>
              </a:prstTxWarp>
              <a:spAutoFit/>
            </a:bodyPr>
            <a:lstStyle/>
            <a:p>
              <a:pPr algn="ctr"/>
              <a:r>
                <a:rPr lang="pt-BR" dirty="0">
                  <a:solidFill>
                    <a:srgbClr val="192841"/>
                  </a:solidFill>
                  <a:highlight>
                    <a:srgbClr val="192841"/>
                  </a:highlight>
                </a:rPr>
                <a:t>.  </a:t>
              </a:r>
              <a:r>
                <a:rPr lang="pt-BR" dirty="0">
                  <a:solidFill>
                    <a:srgbClr val="FFC000"/>
                  </a:solidFill>
                  <a:highlight>
                    <a:srgbClr val="192841"/>
                  </a:highlight>
                </a:rPr>
                <a:t>www.estradasquecontamhistorias.com.br</a:t>
              </a:r>
              <a:r>
                <a:rPr lang="pt-BR" dirty="0">
                  <a:solidFill>
                    <a:srgbClr val="192841"/>
                  </a:solidFill>
                  <a:highlight>
                    <a:srgbClr val="192841"/>
                  </a:highlight>
                </a:rPr>
                <a:t>  .</a:t>
              </a:r>
            </a:p>
          </p:txBody>
        </p:sp>
        <p:pic>
          <p:nvPicPr>
            <p:cNvPr id="15" name="LOGO" descr="Logotipo&#10;&#10;O conteúdo gerado por IA pode estar incorreto.">
              <a:extLst>
                <a:ext uri="{FF2B5EF4-FFF2-40B4-BE49-F238E27FC236}">
                  <a16:creationId xmlns:a16="http://schemas.microsoft.com/office/drawing/2014/main" id="{2BB41E01-203D-895B-5139-F89D31005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137" b="99359" l="1875" r="98542">
                          <a14:foregroundMark x1="15417" y1="24145" x2="15417" y2="24145"/>
                          <a14:foregroundMark x1="12292" y1="18803" x2="13958" y2="35043"/>
                          <a14:foregroundMark x1="13958" y1="35043" x2="58542" y2="85897"/>
                          <a14:foregroundMark x1="58542" y1="85897" x2="70625" y2="94231"/>
                          <a14:foregroundMark x1="70625" y1="94231" x2="82708" y2="77137"/>
                          <a14:foregroundMark x1="82708" y1="77137" x2="91250" y2="52137"/>
                          <a14:foregroundMark x1="91250" y1="52137" x2="81875" y2="14316"/>
                          <a14:foregroundMark x1="81875" y1="14316" x2="73125" y2="6624"/>
                          <a14:foregroundMark x1="73125" y1="6624" x2="61458" y2="8333"/>
                          <a14:foregroundMark x1="95208" y1="31624" x2="95208" y2="31624"/>
                          <a14:foregroundMark x1="98542" y1="43803" x2="98542" y2="43803"/>
                          <a14:foregroundMark x1="57292" y1="33547" x2="57292" y2="33547"/>
                          <a14:foregroundMark x1="83542" y1="30556" x2="19375" y2="24573"/>
                          <a14:foregroundMark x1="8750" y1="35897" x2="6667" y2="50000"/>
                          <a14:foregroundMark x1="74167" y1="24573" x2="45000" y2="16453"/>
                          <a14:foregroundMark x1="45000" y1="16453" x2="30833" y2="19658"/>
                          <a14:foregroundMark x1="30833" y1="19658" x2="22083" y2="29274"/>
                          <a14:foregroundMark x1="22083" y1="29274" x2="21875" y2="31624"/>
                          <a14:foregroundMark x1="49583" y1="49359" x2="49583" y2="49359"/>
                          <a14:foregroundMark x1="1875" y1="52991" x2="1875" y2="52991"/>
                          <a14:foregroundMark x1="50417" y1="2564" x2="50417" y2="2564"/>
                          <a14:foregroundMark x1="50833" y1="95726" x2="50833" y2="95726"/>
                          <a14:foregroundMark x1="49375" y1="99359" x2="49375" y2="99359"/>
                        </a14:backgroundRemoval>
                      </a14:imgEffect>
                    </a14:imgLayer>
                  </a14:imgProps>
                </a:ext>
              </a:extLst>
            </a:blip>
            <a:srcRect l="1080" t="561" r="587" b="1319"/>
            <a:stretch>
              <a:fillRect/>
            </a:stretch>
          </p:blipFill>
          <p:spPr>
            <a:xfrm>
              <a:off x="920714" y="1414089"/>
              <a:ext cx="4495800" cy="4373880"/>
            </a:xfrm>
            <a:prstGeom prst="ellipse">
              <a:avLst/>
            </a:prstGeom>
          </p:spPr>
        </p:pic>
        <p:sp>
          <p:nvSpPr>
            <p:cNvPr id="9" name="DIFERENCIAIS">
              <a:extLst>
                <a:ext uri="{FF2B5EF4-FFF2-40B4-BE49-F238E27FC236}">
                  <a16:creationId xmlns:a16="http://schemas.microsoft.com/office/drawing/2014/main" id="{515314C2-29AA-C4E5-682B-541D3B1F8BDE}"/>
                </a:ext>
              </a:extLst>
            </p:cNvPr>
            <p:cNvSpPr txBox="1"/>
            <p:nvPr/>
          </p:nvSpPr>
          <p:spPr>
            <a:xfrm>
              <a:off x="710894" y="1146357"/>
              <a:ext cx="4824000" cy="482400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21598950"/>
                </a:avLst>
              </a:prstTxWarp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RITMO </a:t>
              </a:r>
              <a:r>
                <a:rPr lang="pt-BR" b="1" dirty="0">
                  <a:solidFill>
                    <a:srgbClr val="FFC000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•</a:t>
              </a:r>
              <a:r>
                <a:rPr lang="pt-BR" b="1" dirty="0">
                  <a:solidFill>
                    <a:schemeClr val="bg1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 EXPERIÊNCIA </a:t>
              </a:r>
              <a:r>
                <a:rPr lang="pt-BR" b="1" dirty="0">
                  <a:solidFill>
                    <a:srgbClr val="FFC000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•</a:t>
              </a:r>
              <a:r>
                <a:rPr lang="pt-BR" b="1" dirty="0">
                  <a:solidFill>
                    <a:schemeClr val="bg1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 PRESENÇA</a:t>
              </a:r>
            </a:p>
          </p:txBody>
        </p:sp>
        <p:sp>
          <p:nvSpPr>
            <p:cNvPr id="10" name="NOME">
              <a:extLst>
                <a:ext uri="{FF2B5EF4-FFF2-40B4-BE49-F238E27FC236}">
                  <a16:creationId xmlns:a16="http://schemas.microsoft.com/office/drawing/2014/main" id="{9B590894-049F-361C-CE40-AFAF6D1BB19A}"/>
                </a:ext>
              </a:extLst>
            </p:cNvPr>
            <p:cNvSpPr txBox="1"/>
            <p:nvPr/>
          </p:nvSpPr>
          <p:spPr>
            <a:xfrm>
              <a:off x="782894" y="1261029"/>
              <a:ext cx="4716000" cy="4680000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pt-BR" sz="2800" b="1" dirty="0">
                  <a:solidFill>
                    <a:srgbClr val="FFC000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• </a:t>
              </a:r>
              <a:r>
                <a:rPr lang="pt-BR" sz="2800" b="1" dirty="0">
                  <a:solidFill>
                    <a:schemeClr val="bg1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 ESTRADAS  QUE  CONTAM  HISTÓRIAS  </a:t>
              </a:r>
              <a:r>
                <a:rPr lang="pt-BR" sz="2800" b="1" dirty="0">
                  <a:solidFill>
                    <a:srgbClr val="FFC000"/>
                  </a:solidFill>
                  <a:highlight>
                    <a:srgbClr val="192841"/>
                  </a:highlight>
                  <a:latin typeface="Arial Rounded MT Bold" panose="020F0704030504030204" pitchFamily="34" charset="0"/>
                </a:rPr>
                <a:t>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72426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20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Alessandro dos Santos</dc:creator>
  <cp:lastModifiedBy>Jackson Alessandro dos Santos</cp:lastModifiedBy>
  <cp:revision>3</cp:revision>
  <dcterms:created xsi:type="dcterms:W3CDTF">2026-02-14T20:31:54Z</dcterms:created>
  <dcterms:modified xsi:type="dcterms:W3CDTF">2026-02-14T22:37:36Z</dcterms:modified>
</cp:coreProperties>
</file>